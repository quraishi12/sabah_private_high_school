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78" r:id="rId1"/>
  </p:sldMasterIdLst>
  <p:notesMasterIdLst>
    <p:notesMasterId r:id="rId8"/>
  </p:notesMasterIdLst>
  <p:sldIdLst>
    <p:sldId id="256" r:id="rId2"/>
    <p:sldId id="269" r:id="rId3"/>
    <p:sldId id="260" r:id="rId4"/>
    <p:sldId id="266" r:id="rId5"/>
    <p:sldId id="267" r:id="rId6"/>
    <p:sldId id="27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6357" autoAdjust="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outlineViewPr>
    <p:cViewPr>
      <p:scale>
        <a:sx n="33" d="100"/>
        <a:sy n="33" d="100"/>
      </p:scale>
      <p:origin x="0" y="-47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f Ur Rahman Quraishi" userId="f0bcb94228b171ca" providerId="LiveId" clId="{7DF93057-1B4C-4D05-BC91-CF2FB13D74D1}"/>
    <pc:docChg chg="undo custSel addSld modSld">
      <pc:chgData name="Saif Ur Rahman Quraishi" userId="f0bcb94228b171ca" providerId="LiveId" clId="{7DF93057-1B4C-4D05-BC91-CF2FB13D74D1}" dt="2023-05-18T06:40:00.930" v="207" actId="14100"/>
      <pc:docMkLst>
        <pc:docMk/>
      </pc:docMkLst>
      <pc:sldChg chg="addSp delSp modSp new mod modClrScheme chgLayout">
        <pc:chgData name="Saif Ur Rahman Quraishi" userId="f0bcb94228b171ca" providerId="LiveId" clId="{7DF93057-1B4C-4D05-BC91-CF2FB13D74D1}" dt="2023-05-18T06:40:00.930" v="207" actId="14100"/>
        <pc:sldMkLst>
          <pc:docMk/>
          <pc:sldMk cId="4113628466" sldId="270"/>
        </pc:sldMkLst>
        <pc:spChg chg="del mod ord">
          <ac:chgData name="Saif Ur Rahman Quraishi" userId="f0bcb94228b171ca" providerId="LiveId" clId="{7DF93057-1B4C-4D05-BC91-CF2FB13D74D1}" dt="2023-05-18T06:30:51.884" v="1" actId="700"/>
          <ac:spMkLst>
            <pc:docMk/>
            <pc:sldMk cId="4113628466" sldId="270"/>
            <ac:spMk id="2" creationId="{A4710149-40EC-5536-7DCE-05E590B480DC}"/>
          </ac:spMkLst>
        </pc:spChg>
        <pc:spChg chg="mod ord">
          <ac:chgData name="Saif Ur Rahman Quraishi" userId="f0bcb94228b171ca" providerId="LiveId" clId="{7DF93057-1B4C-4D05-BC91-CF2FB13D74D1}" dt="2023-05-18T06:30:51.884" v="1" actId="700"/>
          <ac:spMkLst>
            <pc:docMk/>
            <pc:sldMk cId="4113628466" sldId="270"/>
            <ac:spMk id="3" creationId="{B7314F92-F451-585D-48A8-A1068CA70431}"/>
          </ac:spMkLst>
        </pc:spChg>
        <pc:spChg chg="del">
          <ac:chgData name="Saif Ur Rahman Quraishi" userId="f0bcb94228b171ca" providerId="LiveId" clId="{7DF93057-1B4C-4D05-BC91-CF2FB13D74D1}" dt="2023-05-18T06:30:51.884" v="1" actId="700"/>
          <ac:spMkLst>
            <pc:docMk/>
            <pc:sldMk cId="4113628466" sldId="270"/>
            <ac:spMk id="4" creationId="{5A2FFE6B-5680-76CD-9E5C-9090181CD206}"/>
          </ac:spMkLst>
        </pc:spChg>
        <pc:spChg chg="del mod ord">
          <ac:chgData name="Saif Ur Rahman Quraishi" userId="f0bcb94228b171ca" providerId="LiveId" clId="{7DF93057-1B4C-4D05-BC91-CF2FB13D74D1}" dt="2023-05-18T06:30:51.884" v="1" actId="700"/>
          <ac:spMkLst>
            <pc:docMk/>
            <pc:sldMk cId="4113628466" sldId="270"/>
            <ac:spMk id="5" creationId="{0FA51AFB-1237-67C6-2DCB-D9C1715CA4DF}"/>
          </ac:spMkLst>
        </pc:spChg>
        <pc:spChg chg="del">
          <ac:chgData name="Saif Ur Rahman Quraishi" userId="f0bcb94228b171ca" providerId="LiveId" clId="{7DF93057-1B4C-4D05-BC91-CF2FB13D74D1}" dt="2023-05-18T06:30:51.884" v="1" actId="700"/>
          <ac:spMkLst>
            <pc:docMk/>
            <pc:sldMk cId="4113628466" sldId="270"/>
            <ac:spMk id="6" creationId="{8DCDA9D8-0919-4300-955B-A8CCEB154855}"/>
          </ac:spMkLst>
        </pc:spChg>
        <pc:spChg chg="del">
          <ac:chgData name="Saif Ur Rahman Quraishi" userId="f0bcb94228b171ca" providerId="LiveId" clId="{7DF93057-1B4C-4D05-BC91-CF2FB13D74D1}" dt="2023-05-18T06:30:51.884" v="1" actId="700"/>
          <ac:spMkLst>
            <pc:docMk/>
            <pc:sldMk cId="4113628466" sldId="270"/>
            <ac:spMk id="7" creationId="{C6306130-816B-409A-F449-2329ED586420}"/>
          </ac:spMkLst>
        </pc:spChg>
        <pc:spChg chg="del">
          <ac:chgData name="Saif Ur Rahman Quraishi" userId="f0bcb94228b171ca" providerId="LiveId" clId="{7DF93057-1B4C-4D05-BC91-CF2FB13D74D1}" dt="2023-05-18T06:30:51.884" v="1" actId="700"/>
          <ac:spMkLst>
            <pc:docMk/>
            <pc:sldMk cId="4113628466" sldId="270"/>
            <ac:spMk id="8" creationId="{F3DDC2B1-CD97-16D9-D365-92337548D411}"/>
          </ac:spMkLst>
        </pc:spChg>
        <pc:spChg chg="del">
          <ac:chgData name="Saif Ur Rahman Quraishi" userId="f0bcb94228b171ca" providerId="LiveId" clId="{7DF93057-1B4C-4D05-BC91-CF2FB13D74D1}" dt="2023-05-18T06:30:51.884" v="1" actId="700"/>
          <ac:spMkLst>
            <pc:docMk/>
            <pc:sldMk cId="4113628466" sldId="270"/>
            <ac:spMk id="9" creationId="{D7CC9476-90EB-8707-5B04-E2340E114024}"/>
          </ac:spMkLst>
        </pc:spChg>
        <pc:spChg chg="del">
          <ac:chgData name="Saif Ur Rahman Quraishi" userId="f0bcb94228b171ca" providerId="LiveId" clId="{7DF93057-1B4C-4D05-BC91-CF2FB13D74D1}" dt="2023-05-18T06:30:51.884" v="1" actId="700"/>
          <ac:spMkLst>
            <pc:docMk/>
            <pc:sldMk cId="4113628466" sldId="270"/>
            <ac:spMk id="10" creationId="{211E12EE-B4FE-0D42-EFB8-CB87ED082FF8}"/>
          </ac:spMkLst>
        </pc:spChg>
        <pc:spChg chg="del">
          <ac:chgData name="Saif Ur Rahman Quraishi" userId="f0bcb94228b171ca" providerId="LiveId" clId="{7DF93057-1B4C-4D05-BC91-CF2FB13D74D1}" dt="2023-05-18T06:30:51.884" v="1" actId="700"/>
          <ac:spMkLst>
            <pc:docMk/>
            <pc:sldMk cId="4113628466" sldId="270"/>
            <ac:spMk id="11" creationId="{0A485B6C-FF02-FAB2-28A4-F5F947F570D3}"/>
          </ac:spMkLst>
        </pc:spChg>
        <pc:spChg chg="del">
          <ac:chgData name="Saif Ur Rahman Quraishi" userId="f0bcb94228b171ca" providerId="LiveId" clId="{7DF93057-1B4C-4D05-BC91-CF2FB13D74D1}" dt="2023-05-18T06:30:51.884" v="1" actId="700"/>
          <ac:spMkLst>
            <pc:docMk/>
            <pc:sldMk cId="4113628466" sldId="270"/>
            <ac:spMk id="12" creationId="{0B4E42A8-738E-17AF-FE26-5596B21E00FF}"/>
          </ac:spMkLst>
        </pc:spChg>
        <pc:spChg chg="del">
          <ac:chgData name="Saif Ur Rahman Quraishi" userId="f0bcb94228b171ca" providerId="LiveId" clId="{7DF93057-1B4C-4D05-BC91-CF2FB13D74D1}" dt="2023-05-18T06:30:51.884" v="1" actId="700"/>
          <ac:spMkLst>
            <pc:docMk/>
            <pc:sldMk cId="4113628466" sldId="270"/>
            <ac:spMk id="13" creationId="{BA79712D-0EC7-F6E2-ABF3-C75112F46E07}"/>
          </ac:spMkLst>
        </pc:spChg>
        <pc:spChg chg="del">
          <ac:chgData name="Saif Ur Rahman Quraishi" userId="f0bcb94228b171ca" providerId="LiveId" clId="{7DF93057-1B4C-4D05-BC91-CF2FB13D74D1}" dt="2023-05-18T06:30:51.884" v="1" actId="700"/>
          <ac:spMkLst>
            <pc:docMk/>
            <pc:sldMk cId="4113628466" sldId="270"/>
            <ac:spMk id="14" creationId="{57389E3D-7306-214A-CC5E-7587B6B987F7}"/>
          </ac:spMkLst>
        </pc:spChg>
        <pc:spChg chg="del">
          <ac:chgData name="Saif Ur Rahman Quraishi" userId="f0bcb94228b171ca" providerId="LiveId" clId="{7DF93057-1B4C-4D05-BC91-CF2FB13D74D1}" dt="2023-05-18T06:30:51.884" v="1" actId="700"/>
          <ac:spMkLst>
            <pc:docMk/>
            <pc:sldMk cId="4113628466" sldId="270"/>
            <ac:spMk id="15" creationId="{82DCBF41-B216-FF96-1A3A-D66E50EFD006}"/>
          </ac:spMkLst>
        </pc:spChg>
        <pc:spChg chg="del">
          <ac:chgData name="Saif Ur Rahman Quraishi" userId="f0bcb94228b171ca" providerId="LiveId" clId="{7DF93057-1B4C-4D05-BC91-CF2FB13D74D1}" dt="2023-05-18T06:30:51.884" v="1" actId="700"/>
          <ac:spMkLst>
            <pc:docMk/>
            <pc:sldMk cId="4113628466" sldId="270"/>
            <ac:spMk id="16" creationId="{59C9773C-1A5E-F7BD-0886-1BB7B0620EE4}"/>
          </ac:spMkLst>
        </pc:spChg>
        <pc:spChg chg="add mod ord">
          <ac:chgData name="Saif Ur Rahman Quraishi" userId="f0bcb94228b171ca" providerId="LiveId" clId="{7DF93057-1B4C-4D05-BC91-CF2FB13D74D1}" dt="2023-05-18T06:39:34.288" v="203" actId="20577"/>
          <ac:spMkLst>
            <pc:docMk/>
            <pc:sldMk cId="4113628466" sldId="270"/>
            <ac:spMk id="17" creationId="{410C346E-41E6-6F39-A45A-2AC3CD9949D8}"/>
          </ac:spMkLst>
        </pc:spChg>
        <pc:spChg chg="add del mod ord">
          <ac:chgData name="Saif Ur Rahman Quraishi" userId="f0bcb94228b171ca" providerId="LiveId" clId="{7DF93057-1B4C-4D05-BC91-CF2FB13D74D1}" dt="2023-05-18T06:37:07.601" v="141" actId="478"/>
          <ac:spMkLst>
            <pc:docMk/>
            <pc:sldMk cId="4113628466" sldId="270"/>
            <ac:spMk id="18" creationId="{5597C037-1B5B-2C37-164E-3604A0E889F8}"/>
          </ac:spMkLst>
        </pc:spChg>
        <pc:picChg chg="add mod">
          <ac:chgData name="Saif Ur Rahman Quraishi" userId="f0bcb94228b171ca" providerId="LiveId" clId="{7DF93057-1B4C-4D05-BC91-CF2FB13D74D1}" dt="2023-05-18T06:40:00.930" v="207" actId="14100"/>
          <ac:picMkLst>
            <pc:docMk/>
            <pc:sldMk cId="4113628466" sldId="270"/>
            <ac:picMk id="20" creationId="{B376CD4E-8730-898B-EFA0-E0738D574E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07771-3FAA-4D43-A059-9A7D838C2880}" type="datetimeFigureOut">
              <a:rPr lang="en-US" smtClean="0"/>
              <a:t>5/18/2023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68C18-1BF1-F447-95ED-60EAAE354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59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-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7656" y="1264197"/>
            <a:ext cx="5670487" cy="4268965"/>
          </a:xfrm>
        </p:spPr>
        <p:txBody>
          <a:bodyPr anchor="ctr">
            <a:normAutofit/>
          </a:bodyPr>
          <a:lstStyle>
            <a:lvl1pPr algn="l">
              <a:lnSpc>
                <a:spcPct val="85000"/>
              </a:lnSpc>
              <a:defRPr sz="6000" cap="none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666" y="4151085"/>
            <a:ext cx="4633806" cy="1591181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3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 title="Verticle Rule Line"/>
          <p:cNvCxnSpPr>
            <a:cxnSpLocks/>
          </p:cNvCxnSpPr>
          <p:nvPr/>
        </p:nvCxnSpPr>
        <p:spPr>
          <a:xfrm>
            <a:off x="5524563" y="1115733"/>
            <a:ext cx="0" cy="4626534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37A75DA-C6FF-4420-94B9-E3338D1F9A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743615" y="1367500"/>
            <a:ext cx="2397795" cy="2397795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en-US" noProof="0"/>
              <a:t>Insert Portrait Photo</a:t>
            </a:r>
          </a:p>
        </p:txBody>
      </p:sp>
    </p:spTree>
    <p:extLst>
      <p:ext uri="{BB962C8B-B14F-4D97-AF65-F5344CB8AC3E}">
        <p14:creationId xmlns:p14="http://schemas.microsoft.com/office/powerpoint/2010/main" val="182742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E2565D1-06D8-4141-9B5F-95C29313C16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04FBD4F5-432F-4C2D-A734-6CC48615FF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DDD7-72ED-FC4E-8075-0107060235C5}" type="datetime1">
              <a:rPr lang="en-US" noProof="0" smtClean="0"/>
              <a:t>5/18/2023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837580B-9009-4524-B820-7ACB27BC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/>
          <a:p>
            <a:r>
              <a:rPr lang="en-US" noProof="0"/>
              <a:t>Click to edit Master title style</a:t>
            </a:r>
          </a:p>
        </p:txBody>
      </p:sp>
      <p:cxnSp>
        <p:nvCxnSpPr>
          <p:cNvPr id="12" name="Straight Connector 11" title="Horizontal Rule Line">
            <a:extLst>
              <a:ext uri="{FF2B5EF4-FFF2-40B4-BE49-F238E27FC236}">
                <a16:creationId xmlns:a16="http://schemas.microsoft.com/office/drawing/2014/main" id="{54F1A406-73A8-450C-B21C-AA9616F476C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95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 / Icon Bullet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3D9D9-8B30-6A45-929D-0A0366E2E953}" type="datetime1">
              <a:rPr lang="en-US" noProof="0" smtClean="0"/>
              <a:t>5/18/2023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CF91DE7-F23F-444D-B56E-B059EC98D9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D8B7AFB-040F-4222-BF21-649EEB9B76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36C44B50-DCD8-4661-AE20-1744F5052F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0107EA4-5D36-4C90-97D0-F9F14116B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332000" rIns="0" bIns="0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CB22D40E-097C-4007-9190-A37498065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D385A57E-D5E6-4E0A-BE4C-C1B40196A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D1BBD84-BA1A-4F7F-BD78-6D42162E33D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48550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id="{75DDD589-ADD5-491E-B180-F1FCDF9ED6A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781581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8" name="Picture Placeholder 26">
            <a:extLst>
              <a:ext uri="{FF2B5EF4-FFF2-40B4-BE49-F238E27FC236}">
                <a16:creationId xmlns:a16="http://schemas.microsoft.com/office/drawing/2014/main" id="{BFFFDD99-5C1A-4C7C-8FA2-BEA3DB4BA88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914613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9" name="Picture Placeholder 30">
            <a:extLst>
              <a:ext uri="{FF2B5EF4-FFF2-40B4-BE49-F238E27FC236}">
                <a16:creationId xmlns:a16="http://schemas.microsoft.com/office/drawing/2014/main" id="{23C5456C-A352-4CF6-8671-B2572BAD518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48550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0" name="Picture Placeholder 32">
            <a:extLst>
              <a:ext uri="{FF2B5EF4-FFF2-40B4-BE49-F238E27FC236}">
                <a16:creationId xmlns:a16="http://schemas.microsoft.com/office/drawing/2014/main" id="{C7C33AAD-B12F-4AA1-80BD-D7D3D1304B9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81581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1" name="Picture Placeholder 34">
            <a:extLst>
              <a:ext uri="{FF2B5EF4-FFF2-40B4-BE49-F238E27FC236}">
                <a16:creationId xmlns:a16="http://schemas.microsoft.com/office/drawing/2014/main" id="{E2951AF1-2CE3-48B5-9CF3-7488DCDF329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914613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</p:spTree>
    <p:extLst>
      <p:ext uri="{BB962C8B-B14F-4D97-AF65-F5344CB8AC3E}">
        <p14:creationId xmlns:p14="http://schemas.microsoft.com/office/powerpoint/2010/main" val="418798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Bullets in a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62550" y="2019300"/>
            <a:ext cx="1944000" cy="2700000"/>
          </a:xfr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0" tIns="1332000" rIns="0" bIns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Event Description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19B67-2563-3544-8019-B2D766585AE6}" type="datetime1">
              <a:rPr lang="en-US" noProof="0" smtClean="0"/>
              <a:t>5/18/2023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7748B7-E5B4-4481-8BBD-FA336F544D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806" y="2019300"/>
            <a:ext cx="1943100" cy="2700000"/>
          </a:xfr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99000">
                <a:schemeClr val="accent3">
                  <a:lumMod val="20000"/>
                  <a:lumOff val="80000"/>
                </a:schemeClr>
              </a:gs>
              <a:gs pos="100000">
                <a:schemeClr val="accent3"/>
              </a:gs>
            </a:gsLst>
            <a:lin ang="5400000" scaled="1"/>
          </a:gradFill>
        </p:spPr>
        <p:txBody>
          <a:bodyPr lIns="0" tIns="1332000" rIns="0" bIns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Event Description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7DBBB1B-8761-455D-AD09-0A48C1ED27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163" y="2019300"/>
            <a:ext cx="1943100" cy="2700000"/>
          </a:xfr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99000">
                <a:schemeClr val="accent5">
                  <a:lumMod val="20000"/>
                  <a:lumOff val="80000"/>
                </a:schemeClr>
              </a:gs>
              <a:gs pos="100000">
                <a:schemeClr val="accent5"/>
              </a:gs>
            </a:gsLst>
            <a:lin ang="5400000" scaled="1"/>
          </a:gradFill>
        </p:spPr>
        <p:txBody>
          <a:bodyPr lIns="0" tIns="1332000" rIns="0" bIns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Event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01A7388-8628-470F-82E9-729C86AAFD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20550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i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E5D4FA-2556-4640-8793-063247AA27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53356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i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379251E-EDF2-4AC5-AB5B-C1FD66A9D6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85713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i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316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D0754-1959-7F4F-A198-3F4710E170D8}" type="datetime1">
              <a:rPr lang="en-US" noProof="0" smtClean="0"/>
              <a:t>5/18/2023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914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Image / Icon Bulle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 title="Page Number Shape">
            <a:extLst>
              <a:ext uri="{FF2B5EF4-FFF2-40B4-BE49-F238E27FC236}">
                <a16:creationId xmlns:a16="http://schemas.microsoft.com/office/drawing/2014/main" id="{4C028BF1-8F7F-4E8E-9D47-05D46323E336}"/>
              </a:ext>
            </a:extLst>
          </p:cNvPr>
          <p:cNvSpPr/>
          <p:nvPr userDrawn="1"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F1C92E-34EF-7443-98EE-55EB64C2F5FD}" type="datetime1">
              <a:rPr lang="en-US" noProof="0" smtClean="0"/>
              <a:t>5/18/2023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7203A2-76F7-4D98-BFEB-C48DDC3E5C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33FF03C-99D8-472E-A74F-87D3B5A569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82C482D-2EED-4942-A5D4-D8A794C248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D4C5CB-E26D-42D3-B242-792D37C50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332000" rIns="0" bIns="0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1F9D8C-5E2A-414E-9E1D-AB7DF4824D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71AC612-4E8C-42E2-88EB-DB98E2791D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2AA95DF8-549D-4CA3-8E1A-D2DEB8CF460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48550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A78BAAC-8764-4AFE-9AC1-DF47930B46E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781581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88491EA9-E431-4D48-BD30-3BA8FACC97F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914613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30F713C-752D-4C1A-89AB-638A7DAF60A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48550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DF00299-5001-4927-B344-D4AE0D5F039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81581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4CBE51A8-3BCA-490E-93CB-B70BBCCD967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914613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</p:spTree>
    <p:extLst>
      <p:ext uri="{BB962C8B-B14F-4D97-AF65-F5344CB8AC3E}">
        <p14:creationId xmlns:p14="http://schemas.microsoft.com/office/powerpoint/2010/main" val="123252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dium Photos with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2831932"/>
            <a:ext cx="3833906" cy="1562638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noProof="0"/>
              <a:t>Click to edit your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6DA4A-63D4-BC43-9B38-53D06F7CC9C4}" type="datetime1">
              <a:rPr lang="en-US" noProof="0" smtClean="0"/>
              <a:t>5/18/2023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4573117"/>
            <a:ext cx="3842550" cy="1178396"/>
          </a:xfrm>
        </p:spPr>
        <p:txBody>
          <a:bodyPr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4EDDE9BC-8D20-403B-A5FE-C277A3515DE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424736" y="482857"/>
            <a:ext cx="2179814" cy="217981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en-US" noProof="0"/>
              <a:t>Insert Portrait Photo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BF5E186-AFA1-42AA-AE51-CF3AC059F0F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860CCD0-F268-4994-9434-F0E0132A4E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28D5E220-4F6C-4A47-9F47-4CA88EA23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1DFEF73A-C0FC-4A4C-8342-991CEFF532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944000" rIns="0" bIns="72000" anchor="ctr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E60572FB-0574-4BE3-9637-7CA7B5ACA8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155E2FBC-2458-49C4-B75C-CAEAC6D9F1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844B1DAB-161E-44A0-9E15-DA816B46A48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234550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8" name="Picture Placeholder 24">
            <a:extLst>
              <a:ext uri="{FF2B5EF4-FFF2-40B4-BE49-F238E27FC236}">
                <a16:creationId xmlns:a16="http://schemas.microsoft.com/office/drawing/2014/main" id="{8811849A-335B-47C0-980E-357EE8C4BCC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367581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9" name="Picture Placeholder 26">
            <a:extLst>
              <a:ext uri="{FF2B5EF4-FFF2-40B4-BE49-F238E27FC236}">
                <a16:creationId xmlns:a16="http://schemas.microsoft.com/office/drawing/2014/main" id="{E1254A81-6A51-429E-91AC-6B4CADA71D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500613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0" name="Picture Placeholder 30">
            <a:extLst>
              <a:ext uri="{FF2B5EF4-FFF2-40B4-BE49-F238E27FC236}">
                <a16:creationId xmlns:a16="http://schemas.microsoft.com/office/drawing/2014/main" id="{64053090-461C-448F-9705-7FEE78A4133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234550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1" name="Picture Placeholder 32">
            <a:extLst>
              <a:ext uri="{FF2B5EF4-FFF2-40B4-BE49-F238E27FC236}">
                <a16:creationId xmlns:a16="http://schemas.microsoft.com/office/drawing/2014/main" id="{7AD2F7CB-CFE4-4C72-864A-D00C1CEAA2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367581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2" name="Picture Placeholder 34">
            <a:extLst>
              <a:ext uri="{FF2B5EF4-FFF2-40B4-BE49-F238E27FC236}">
                <a16:creationId xmlns:a16="http://schemas.microsoft.com/office/drawing/2014/main" id="{CCA07CA3-C8D4-41EA-A0FB-74E1A47703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500163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</p:spTree>
    <p:extLst>
      <p:ext uri="{BB962C8B-B14F-4D97-AF65-F5344CB8AC3E}">
        <p14:creationId xmlns:p14="http://schemas.microsoft.com/office/powerpoint/2010/main" val="1108071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-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7656" y="1264197"/>
            <a:ext cx="5670487" cy="4268965"/>
          </a:xfrm>
        </p:spPr>
        <p:txBody>
          <a:bodyPr anchor="ctr">
            <a:normAutofit/>
          </a:bodyPr>
          <a:lstStyle>
            <a:lvl1pPr algn="l">
              <a:lnSpc>
                <a:spcPct val="85000"/>
              </a:lnSpc>
              <a:defRPr sz="6000" cap="none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666" y="4151085"/>
            <a:ext cx="4633806" cy="1591181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3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 title="Verticle Rule Line"/>
          <p:cNvCxnSpPr>
            <a:cxnSpLocks/>
          </p:cNvCxnSpPr>
          <p:nvPr/>
        </p:nvCxnSpPr>
        <p:spPr>
          <a:xfrm>
            <a:off x="5524563" y="1115733"/>
            <a:ext cx="0" cy="4626534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05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 title="Page Number Shape"/>
          <p:cNvSpPr/>
          <p:nvPr/>
        </p:nvSpPr>
        <p:spPr bwMode="auto">
          <a:xfrm>
            <a:off x="11784011" y="139374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7673" y="2571722"/>
            <a:ext cx="8296654" cy="3286153"/>
          </a:xfrm>
        </p:spPr>
        <p:txBody>
          <a:bodyPr anchor="t">
            <a:normAutofit/>
          </a:bodyPr>
          <a:lstStyle>
            <a:lvl1pPr>
              <a:lnSpc>
                <a:spcPct val="85000"/>
              </a:lnSpc>
              <a:defRPr sz="770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7673" y="1393748"/>
            <a:ext cx="8401429" cy="81915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20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42955" y="6314439"/>
            <a:ext cx="1596622" cy="365125"/>
          </a:xfrm>
        </p:spPr>
        <p:txBody>
          <a:bodyPr/>
          <a:lstStyle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29964A5-3468-3F49-AD7A-0CF5EB762F89}" type="datetime1">
              <a:rPr lang="en-US" noProof="0" smtClean="0"/>
              <a:t>5/18/2023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7673" y="6314440"/>
            <a:ext cx="6480226" cy="365125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620760"/>
            <a:ext cx="407988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 flipH="1">
            <a:off x="1" y="6178167"/>
            <a:ext cx="1024432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453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D0754-1959-7F4F-A198-3F4710E170D8}" type="datetime1">
              <a:rPr lang="en-US" noProof="0" smtClean="0"/>
              <a:t>5/18/2023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BC751F3-ABD6-4995-8494-4932D12ACE1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26063" y="559678"/>
            <a:ext cx="6103937" cy="519183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5451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D0754-1959-7F4F-A198-3F4710E170D8}" type="datetime1">
              <a:rPr lang="en-US" noProof="0" smtClean="0"/>
              <a:t>5/18/2023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466EC8C-C8BE-4149-A684-18CFF4574C1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97488" y="559678"/>
            <a:ext cx="6132512" cy="519183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87491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7"/>
            <a:ext cx="3833906" cy="527492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D0754-1959-7F4F-A198-3F4710E170D8}" type="datetime1">
              <a:rPr lang="en-US" noProof="0" smtClean="0"/>
              <a:t>5/18/2023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889D34E-DF9E-41B7-A5EC-B9D63999B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559678"/>
            <a:ext cx="6172200" cy="561728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2617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1600" y="540628"/>
            <a:ext cx="6248400" cy="248894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3712467"/>
            <a:ext cx="6248400" cy="248222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E73E-FB98-2A42-974A-9CD83D46C100}" type="datetime1">
              <a:rPr lang="en-US" noProof="0" smtClean="0"/>
              <a:t>5/18/2023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54302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15EF-7A83-9842-815E-554E5DEB63CD}" type="datetime1">
              <a:rPr lang="en-US" noProof="0" smtClean="0"/>
              <a:t>5/18/2023</a:t>
            </a:fld>
            <a:endParaRPr lang="en-US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77019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097A0-4000-B744-87D8-18F42A934248}" type="datetime1">
              <a:rPr lang="en-US" noProof="0" smtClean="0"/>
              <a:t>5/18/2023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43447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74EA9-4639-9B48-9E98-70455404EF00}" type="datetime1">
              <a:rPr lang="en-US" noProof="0" smtClean="0"/>
              <a:t>5/18/2023</a:t>
            </a:fld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239023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A90851AE-F437-A04B-ADE2-D5E346F2089C}" type="datetime1">
              <a:rPr lang="en-US" noProof="0" smtClean="0"/>
              <a:t>5/18/2023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607592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09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9" r:id="rId1"/>
    <p:sldLayoutId id="2147484480" r:id="rId2"/>
    <p:sldLayoutId id="2147484495" r:id="rId3"/>
    <p:sldLayoutId id="2147484490" r:id="rId4"/>
    <p:sldLayoutId id="2147484491" r:id="rId5"/>
    <p:sldLayoutId id="2147484492" r:id="rId6"/>
    <p:sldLayoutId id="2147484493" r:id="rId7"/>
    <p:sldLayoutId id="2147484496" r:id="rId8"/>
    <p:sldLayoutId id="2147484481" r:id="rId9"/>
    <p:sldLayoutId id="2147484498" r:id="rId10"/>
    <p:sldLayoutId id="2147484499" r:id="rId11"/>
    <p:sldLayoutId id="2147484500" r:id="rId12"/>
    <p:sldLayoutId id="2147484482" r:id="rId13"/>
    <p:sldLayoutId id="2147484483" r:id="rId14"/>
    <p:sldLayoutId id="2147484484" r:id="rId15"/>
    <p:sldLayoutId id="2147484485" r:id="rId16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fi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9374-8EAE-4873-9BB6-F6C630302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7656" y="1264198"/>
            <a:ext cx="6325811" cy="2886888"/>
          </a:xfrm>
        </p:spPr>
        <p:txBody>
          <a:bodyPr>
            <a:normAutofit/>
          </a:bodyPr>
          <a:lstStyle/>
          <a:p>
            <a:r>
              <a:rPr lang="prs-AF" sz="8000" b="1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لیسه عالی خصوصی صباح</a:t>
            </a:r>
            <a:endParaRPr lang="en-US" sz="8000" b="1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2C4E3-AFAF-4630-AF6D-21FB3C29CF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prs-AF" sz="3200" b="1" i="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بیولوژی: صنف هفیتم</a:t>
            </a:r>
          </a:p>
          <a:p>
            <a:pPr algn="ctr"/>
            <a:r>
              <a:rPr lang="prs-AF" sz="3200" b="1" i="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موضوع: انقسام حجروی</a:t>
            </a:r>
          </a:p>
          <a:p>
            <a:pPr algn="ctr"/>
            <a:r>
              <a:rPr lang="prs-AF" sz="3200" b="1" i="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صفحه:‌۳۰</a:t>
            </a:r>
            <a:endParaRPr lang="en-US" sz="3200" b="1" i="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pic>
        <p:nvPicPr>
          <p:cNvPr id="53" name="Picture Placeholder 52">
            <a:extLst>
              <a:ext uri="{FF2B5EF4-FFF2-40B4-BE49-F238E27FC236}">
                <a16:creationId xmlns:a16="http://schemas.microsoft.com/office/drawing/2014/main" id="{3A9FE351-A4C6-4292-8E5E-15D6D36A50E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2743615" y="1393314"/>
            <a:ext cx="2397795" cy="2346167"/>
          </a:xfrm>
        </p:spPr>
      </p:pic>
    </p:spTree>
    <p:extLst>
      <p:ext uri="{BB962C8B-B14F-4D97-AF65-F5344CB8AC3E}">
        <p14:creationId xmlns:p14="http://schemas.microsoft.com/office/powerpoint/2010/main" val="1193886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1F34B-93F5-46C0-9BEC-B1A8D550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rs-AF" sz="80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انقسام حجروی</a:t>
            </a:r>
            <a:endParaRPr lang="en-US" sz="80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FDC16-3D69-48AD-B08B-ED28A10640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prs-AF" sz="36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یک عملیه بیولوژیکی است که </a:t>
            </a:r>
          </a:p>
          <a:p>
            <a:r>
              <a:rPr lang="prs-AF" sz="36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از یک حجره، حجرە جدید به وجود می آید.</a:t>
            </a:r>
            <a:endParaRPr lang="en-US" sz="36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DB0A1-C484-4D49-BAC3-ABEE82074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550" y="2079000"/>
            <a:ext cx="1944000" cy="2700000"/>
          </a:xfrm>
        </p:spPr>
        <p:txBody>
          <a:bodyPr lIns="72000" rIns="72000">
            <a:normAutofit/>
          </a:bodyPr>
          <a:lstStyle/>
          <a:p>
            <a:r>
              <a:rPr lang="prs-AF" sz="36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انقسام حجروی به دو نوع است</a:t>
            </a:r>
            <a:endParaRPr lang="en-US" sz="36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pic>
        <p:nvPicPr>
          <p:cNvPr id="17" name="Picture Placeholder 16" descr="Ferris wheel">
            <a:extLst>
              <a:ext uri="{FF2B5EF4-FFF2-40B4-BE49-F238E27FC236}">
                <a16:creationId xmlns:a16="http://schemas.microsoft.com/office/drawing/2014/main" id="{AE7453D0-D40E-4463-83A5-ADE525B32ADC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48325" y="2247900"/>
            <a:ext cx="971550" cy="97313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8F5FE2-B28A-4CCD-9910-126A9581F2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95581" y="2079000"/>
            <a:ext cx="1944000" cy="2700000"/>
          </a:xfrm>
        </p:spPr>
        <p:txBody>
          <a:bodyPr lIns="72000" rIns="72000">
            <a:normAutofit/>
          </a:bodyPr>
          <a:lstStyle/>
          <a:p>
            <a:r>
              <a:rPr lang="prs-AF" sz="36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۱-انقسام مستقیم یا آمیتوسیس</a:t>
            </a:r>
            <a:endParaRPr lang="en-US" sz="36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pic>
        <p:nvPicPr>
          <p:cNvPr id="19" name="Picture Placeholder 18" descr="Oar in water">
            <a:extLst>
              <a:ext uri="{FF2B5EF4-FFF2-40B4-BE49-F238E27FC236}">
                <a16:creationId xmlns:a16="http://schemas.microsoft.com/office/drawing/2014/main" id="{4B9CA223-D3A1-4970-848A-26CEBD622878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5" y="2247900"/>
            <a:ext cx="971550" cy="973138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4A7A4E-C192-4A89-A661-72D76FF2F2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613" y="2079000"/>
            <a:ext cx="1944000" cy="2700000"/>
          </a:xfrm>
        </p:spPr>
        <p:txBody>
          <a:bodyPr lIns="72000" rIns="72000">
            <a:normAutofit/>
          </a:bodyPr>
          <a:lstStyle/>
          <a:p>
            <a:r>
              <a:rPr lang="prs-AF" sz="36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۲-انقسام غیر مستقیم</a:t>
            </a:r>
            <a:endParaRPr lang="en-US" sz="36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pic>
        <p:nvPicPr>
          <p:cNvPr id="21" name="Picture Placeholder 20" descr="Hot-air balloon">
            <a:extLst>
              <a:ext uri="{FF2B5EF4-FFF2-40B4-BE49-F238E27FC236}">
                <a16:creationId xmlns:a16="http://schemas.microsoft.com/office/drawing/2014/main" id="{2309EE82-F242-4D96-98E6-A564E5488BCF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13938" y="2247900"/>
            <a:ext cx="973137" cy="973138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944DD-F200-6B48-8A79-099A0899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74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2769D-B8C8-4982-AE15-C41C3D921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559678"/>
            <a:ext cx="4129181" cy="5536322"/>
          </a:xfrm>
        </p:spPr>
        <p:txBody>
          <a:bodyPr>
            <a:normAutofit fontScale="90000"/>
          </a:bodyPr>
          <a:lstStyle/>
          <a:p>
            <a:pPr algn="ctr"/>
            <a:r>
              <a:rPr lang="prs-AF" sz="80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انقسام مستقیم</a:t>
            </a:r>
            <a:br>
              <a:rPr lang="prs-AF" sz="8000" dirty="0">
                <a:latin typeface="Urdu Typesetting" panose="03020402040406030203" pitchFamily="66" charset="-78"/>
                <a:cs typeface="Urdu Typesetting" panose="03020402040406030203" pitchFamily="66" charset="-78"/>
              </a:rPr>
            </a:br>
            <a:br>
              <a:rPr lang="prs-AF" sz="8000" dirty="0">
                <a:latin typeface="Urdu Typesetting" panose="03020402040406030203" pitchFamily="66" charset="-78"/>
                <a:cs typeface="Urdu Typesetting" panose="03020402040406030203" pitchFamily="66" charset="-78"/>
              </a:rPr>
            </a:br>
            <a:br>
              <a:rPr lang="prs-AF" sz="8000" dirty="0">
                <a:latin typeface="Urdu Typesetting" panose="03020402040406030203" pitchFamily="66" charset="-78"/>
                <a:cs typeface="Urdu Typesetting" panose="03020402040406030203" pitchFamily="66" charset="-78"/>
              </a:rPr>
            </a:br>
            <a:br>
              <a:rPr lang="prs-AF" sz="8000" dirty="0">
                <a:latin typeface="Urdu Typesetting" panose="03020402040406030203" pitchFamily="66" charset="-78"/>
                <a:cs typeface="Urdu Typesetting" panose="03020402040406030203" pitchFamily="66" charset="-78"/>
              </a:rPr>
            </a:br>
            <a:endParaRPr lang="en-US" sz="80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45E12-8254-4FAB-AF03-3FA92E2DC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1947332"/>
            <a:ext cx="6248398" cy="4276889"/>
          </a:xfrm>
        </p:spPr>
        <p:txBody>
          <a:bodyPr>
            <a:normAutofit lnSpcReduction="10000"/>
          </a:bodyPr>
          <a:lstStyle/>
          <a:p>
            <a:pPr algn="r" rtl="1"/>
            <a:r>
              <a:rPr lang="prs-AF" sz="36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تقسیمات حجره را به شکل مستقیم یا آمیتوسیس نشان میدهد.</a:t>
            </a:r>
          </a:p>
          <a:p>
            <a:pPr algn="r" rtl="1"/>
            <a:r>
              <a:rPr lang="prs-AF" sz="36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این تقسیمات بیشتر در بعضی از موجودات زنده؛ مثل بکتریا به مشاهده میرسد. </a:t>
            </a:r>
          </a:p>
          <a:p>
            <a:pPr algn="r" rtl="1"/>
            <a:r>
              <a:rPr lang="prs-AF" sz="36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طوریکه دیده میشود؛ اول حجرۀ بکتریا طویل شده، سپس یک فرورفته گی در آن پدید میآید و حجره به دو حصه تقسیم میگردد.</a:t>
            </a:r>
          </a:p>
          <a:p>
            <a:pPr algn="r" rtl="1"/>
            <a:endParaRPr lang="en-US" sz="36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282D6-6FE9-264F-8985-EBC96419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smtClean="0"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F17B6F-BA86-2FA6-443D-539725417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2265695"/>
            <a:ext cx="3665007" cy="370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379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5BFF-A889-4B62-BCD4-168715A63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59678"/>
            <a:ext cx="4223373" cy="2221622"/>
          </a:xfrm>
        </p:spPr>
        <p:txBody>
          <a:bodyPr>
            <a:normAutofit fontScale="90000"/>
          </a:bodyPr>
          <a:lstStyle/>
          <a:p>
            <a:r>
              <a:rPr lang="prs-AF" sz="80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انقسام غیر مستفیم</a:t>
            </a:r>
            <a:endParaRPr lang="en-US" sz="80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761FA4B-43B9-4C0B-BD10-1127709C97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prs-AF" sz="36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انقسام غیر مستقیم که به دو نوع هست:</a:t>
            </a:r>
          </a:p>
          <a:p>
            <a:pPr marL="742950" indent="-742950" rtl="1">
              <a:buFont typeface="+mj-lt"/>
              <a:buAutoNum type="arabicPeriod"/>
            </a:pPr>
            <a:r>
              <a:rPr lang="prs-AF" sz="36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ميتوسیس </a:t>
            </a:r>
          </a:p>
          <a:p>
            <a:pPr marL="742950" indent="-742950" rtl="1">
              <a:buFont typeface="+mj-lt"/>
              <a:buAutoNum type="arabicPeriod"/>
            </a:pPr>
            <a:r>
              <a:rPr lang="prs-AF" sz="36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ميوسیس یا انقسام تنقیصی</a:t>
            </a:r>
          </a:p>
          <a:p>
            <a:endParaRPr lang="en-US" sz="36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C8822230-E7F6-4AEC-86F1-6874B8C03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3450" y="2019299"/>
            <a:ext cx="1944000" cy="3588292"/>
          </a:xfrm>
        </p:spPr>
        <p:txBody>
          <a:bodyPr/>
          <a:lstStyle/>
          <a:p>
            <a:r>
              <a:rPr lang="prs-AF" sz="32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 در این انقسام </a:t>
            </a:r>
          </a:p>
          <a:p>
            <a:r>
              <a:rPr lang="prs-AF" sz="32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اول هسته سایتوپلازم تقیسم میسشود</a:t>
            </a:r>
            <a:endParaRPr lang="en-US" sz="32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DB68C1C-48A6-4CB6-AEB1-1B5B9EB9AA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2DB73E6-C510-4010-99CD-13C274B57E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95806" y="2019300"/>
            <a:ext cx="1943100" cy="3588292"/>
          </a:xfrm>
        </p:spPr>
        <p:txBody>
          <a:bodyPr/>
          <a:lstStyle/>
          <a:p>
            <a:r>
              <a:rPr lang="prs-AF" sz="36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حجره اولی دو حجره جدید به وجود می اید </a:t>
            </a:r>
            <a:endParaRPr lang="en-US" sz="36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C345EEF-8EE2-4AFF-A515-F49E6FA7CA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544916F-9E82-4943-9F03-05F7811ACC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163" y="2019299"/>
            <a:ext cx="1943100" cy="3588293"/>
          </a:xfrm>
        </p:spPr>
        <p:txBody>
          <a:bodyPr/>
          <a:lstStyle/>
          <a:p>
            <a:r>
              <a:rPr lang="prs-AF" sz="32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حجره جدید داری عین تعداد</a:t>
            </a:r>
          </a:p>
          <a:p>
            <a:r>
              <a:rPr lang="prs-AF" sz="32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کروموزوم های حجره اوبی می باشد  </a:t>
            </a:r>
            <a:endParaRPr lang="en-US" sz="32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3C9C68B-77C0-41C6-AE3E-6C1B595CDE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9047CD-1956-7146-971D-D05A280AC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18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DA9A-F01A-481E-A192-F11CA07CC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59678"/>
            <a:ext cx="4842933" cy="1302989"/>
          </a:xfrm>
        </p:spPr>
        <p:txBody>
          <a:bodyPr>
            <a:normAutofit/>
          </a:bodyPr>
          <a:lstStyle/>
          <a:p>
            <a:r>
              <a:rPr lang="prs-AF" sz="66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مراحل عملیه میتوسیس</a:t>
            </a:r>
            <a:endParaRPr lang="en-US" sz="66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C875B-FB79-4EB2-ACC0-A26593F489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pPr rtl="1"/>
            <a:r>
              <a:rPr lang="prs-AF" sz="36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در این عملیه هسته قبل از تقسیم شدن، یک سلسله مراحل مختلف و پیچیده را طی میکند که عبارت از چهار مرحله ذیل میباشد</a:t>
            </a:r>
            <a:endParaRPr lang="en-US" sz="36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CB615-64CF-4226-B7EB-A7D9E8A80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550" y="559678"/>
            <a:ext cx="3033184" cy="2700000"/>
          </a:xfrm>
        </p:spPr>
        <p:txBody>
          <a:bodyPr>
            <a:normAutofit/>
          </a:bodyPr>
          <a:lstStyle/>
          <a:p>
            <a:r>
              <a:rPr lang="prs-AF" sz="32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۱-پروفاز</a:t>
            </a:r>
            <a:endParaRPr lang="en-US" sz="32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pic>
        <p:nvPicPr>
          <p:cNvPr id="17" name="Picture Placeholder 16" descr="Podium">
            <a:extLst>
              <a:ext uri="{FF2B5EF4-FFF2-40B4-BE49-F238E27FC236}">
                <a16:creationId xmlns:a16="http://schemas.microsoft.com/office/drawing/2014/main" id="{CA59F1EA-7BF1-46B0-8D92-7F28002EA8FF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24397" t="-24397" r="-24397" b="-24397"/>
          <a:stretch/>
        </p:blipFill>
        <p:spPr>
          <a:xfrm>
            <a:off x="5648550" y="729000"/>
            <a:ext cx="972000" cy="97200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C704F7-10A3-438C-BF49-21B39AA5FD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53581" y="559677"/>
            <a:ext cx="2805866" cy="2700000"/>
          </a:xfrm>
        </p:spPr>
        <p:txBody>
          <a:bodyPr>
            <a:normAutofit/>
          </a:bodyPr>
          <a:lstStyle/>
          <a:p>
            <a:r>
              <a:rPr lang="prs-AF" sz="32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۲-میتافاز</a:t>
            </a:r>
            <a:endParaRPr lang="en-US" sz="32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pic>
        <p:nvPicPr>
          <p:cNvPr id="19" name="Picture Placeholder 18" descr="Medal">
            <a:extLst>
              <a:ext uri="{FF2B5EF4-FFF2-40B4-BE49-F238E27FC236}">
                <a16:creationId xmlns:a16="http://schemas.microsoft.com/office/drawing/2014/main" id="{AEA436B7-2654-4FEB-A48E-421EF9A9A0B6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31552" t="-31590" r="-31628" b="-31590"/>
          <a:stretch/>
        </p:blipFill>
        <p:spPr>
          <a:xfrm>
            <a:off x="7781581" y="729000"/>
            <a:ext cx="972000" cy="972000"/>
          </a:xfrm>
        </p:spPr>
      </p:pic>
      <p:pic>
        <p:nvPicPr>
          <p:cNvPr id="21" name="Picture Placeholder 20" descr="Trophy">
            <a:extLst>
              <a:ext uri="{FF2B5EF4-FFF2-40B4-BE49-F238E27FC236}">
                <a16:creationId xmlns:a16="http://schemas.microsoft.com/office/drawing/2014/main" id="{7A368000-5E96-4DAA-B5E5-BDD2F634DBA4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34126" t="-34065" r="-34281" b="-34065"/>
          <a:stretch/>
        </p:blipFill>
        <p:spPr>
          <a:xfrm>
            <a:off x="9914613" y="729000"/>
            <a:ext cx="972000" cy="972000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18D25A-67F7-4CDC-A9F9-92E596277C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2550" y="3429000"/>
            <a:ext cx="3033184" cy="2700000"/>
          </a:xfrm>
        </p:spPr>
        <p:txBody>
          <a:bodyPr>
            <a:normAutofit/>
          </a:bodyPr>
          <a:lstStyle/>
          <a:p>
            <a:r>
              <a:rPr lang="prs-AF" sz="32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۳-انافاز</a:t>
            </a:r>
            <a:endParaRPr lang="en-US" sz="32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pic>
        <p:nvPicPr>
          <p:cNvPr id="23" name="Picture Placeholder 22" descr="Ribbon">
            <a:extLst>
              <a:ext uri="{FF2B5EF4-FFF2-40B4-BE49-F238E27FC236}">
                <a16:creationId xmlns:a16="http://schemas.microsoft.com/office/drawing/2014/main" id="{2F9CFDA8-BA9E-4328-B0A0-62AD1193A61A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8442" t="-28442" r="-28442" b="-28442"/>
          <a:stretch/>
        </p:blipFill>
        <p:spPr>
          <a:xfrm>
            <a:off x="5648550" y="3598323"/>
            <a:ext cx="972000" cy="9720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8C2BF3-B597-4BD5-90B4-54EB9C2F6EE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53581" y="3272717"/>
            <a:ext cx="2805866" cy="2700000"/>
          </a:xfrm>
        </p:spPr>
        <p:txBody>
          <a:bodyPr>
            <a:normAutofit/>
          </a:bodyPr>
          <a:lstStyle/>
          <a:p>
            <a:r>
              <a:rPr lang="prs-AF" sz="32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۴-تیلوفاز</a:t>
            </a:r>
            <a:endParaRPr lang="en-US" sz="3200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pic>
        <p:nvPicPr>
          <p:cNvPr id="25" name="Picture Placeholder 24" descr="Diploma">
            <a:extLst>
              <a:ext uri="{FF2B5EF4-FFF2-40B4-BE49-F238E27FC236}">
                <a16:creationId xmlns:a16="http://schemas.microsoft.com/office/drawing/2014/main" id="{D848E5F5-40CC-4937-BDFD-77AE052CF964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20777" t="-20809" r="-20842" b="-20809"/>
          <a:stretch/>
        </p:blipFill>
        <p:spPr>
          <a:xfrm>
            <a:off x="7781581" y="3598323"/>
            <a:ext cx="972000" cy="972000"/>
          </a:xfrm>
        </p:spPr>
      </p:pic>
      <p:pic>
        <p:nvPicPr>
          <p:cNvPr id="27" name="Picture Placeholder 26" descr="Wreath">
            <a:extLst>
              <a:ext uri="{FF2B5EF4-FFF2-40B4-BE49-F238E27FC236}">
                <a16:creationId xmlns:a16="http://schemas.microsoft.com/office/drawing/2014/main" id="{5CF2F104-BBB7-4069-B6BF-9A845C32FDC0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2209" t="-22157" r="-22342" b="-22157"/>
          <a:stretch/>
        </p:blipFill>
        <p:spPr>
          <a:xfrm>
            <a:off x="9914613" y="3598323"/>
            <a:ext cx="972000" cy="972000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7ECEE9-580B-8B4A-919F-4C04337C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96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410C346E-41E6-6F39-A45A-2AC3CD994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997527"/>
            <a:ext cx="3833906" cy="4837073"/>
          </a:xfrm>
        </p:spPr>
        <p:txBody>
          <a:bodyPr>
            <a:normAutofit fontScale="90000"/>
          </a:bodyPr>
          <a:lstStyle/>
          <a:p>
            <a:pPr rtl="1"/>
            <a:r>
              <a:rPr lang="prs-AF" sz="80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کار خانگی</a:t>
            </a:r>
            <a:br>
              <a:rPr lang="prs-AF" sz="8000" dirty="0">
                <a:latin typeface="Urdu Typesetting" panose="03020402040406030203" pitchFamily="66" charset="-78"/>
                <a:cs typeface="Urdu Typesetting" panose="03020402040406030203" pitchFamily="66" charset="-78"/>
              </a:rPr>
            </a:br>
            <a:r>
              <a:rPr lang="prs-AF" sz="8000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۱-</a:t>
            </a:r>
            <a:r>
              <a:rPr lang="prs-AF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نوشتن درس</a:t>
            </a:r>
            <a:br>
              <a:rPr lang="prs-AF" dirty="0">
                <a:latin typeface="Urdu Typesetting" panose="03020402040406030203" pitchFamily="66" charset="-78"/>
                <a:cs typeface="Urdu Typesetting" panose="03020402040406030203" pitchFamily="66" charset="-78"/>
              </a:rPr>
            </a:br>
            <a:r>
              <a:rPr lang="prs-AF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۲-خواندن درس</a:t>
            </a:r>
            <a:br>
              <a:rPr lang="prs-AF" dirty="0">
                <a:latin typeface="Urdu Typesetting" panose="03020402040406030203" pitchFamily="66" charset="-78"/>
                <a:cs typeface="Urdu Typesetting" panose="03020402040406030203" pitchFamily="66" charset="-78"/>
              </a:rPr>
            </a:br>
            <a:r>
              <a:rPr lang="prs-AF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۳-حلا سوالات داده شده</a:t>
            </a:r>
            <a:br>
              <a:rPr lang="prs-AF" dirty="0">
                <a:latin typeface="Urdu Typesetting" panose="03020402040406030203" pitchFamily="66" charset="-78"/>
                <a:cs typeface="Urdu Typesetting" panose="03020402040406030203" pitchFamily="66" charset="-78"/>
              </a:rPr>
            </a:br>
            <a:r>
              <a:rPr lang="prs-AF" dirty="0">
                <a:latin typeface="Urdu Typesetting" panose="03020402040406030203" pitchFamily="66" charset="-78"/>
                <a:cs typeface="Urdu Typesetting" panose="03020402040406030203" pitchFamily="66" charset="-78"/>
              </a:rPr>
              <a:t>۴-اماده گی به درس جدید</a:t>
            </a:r>
            <a:br>
              <a:rPr lang="prs-AF" dirty="0">
                <a:latin typeface="Urdu Typesetting" panose="03020402040406030203" pitchFamily="66" charset="-78"/>
                <a:cs typeface="Urdu Typesetting" panose="03020402040406030203" pitchFamily="66" charset="-78"/>
              </a:rPr>
            </a:br>
            <a:endParaRPr lang="en-US" dirty="0">
              <a:latin typeface="Urdu Typesetting" panose="03020402040406030203" pitchFamily="66" charset="-78"/>
              <a:cs typeface="Urdu Typesetting" panose="03020402040406030203" pitchFamily="66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314F92-F451-585D-48A8-A1068CA70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6</a:t>
            </a:fld>
            <a:endParaRPr lang="en-US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376CD4E-8730-898B-EFA0-E0738D574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241" y="0"/>
            <a:ext cx="7318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628466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5175639_win32_fixed.potx" id="{CF094E1D-DD3F-4B88-853B-B22D3B2DB0B1}" vid="{887934D9-778B-4E95-9B07-31F217C0A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Biography presentation</Template>
  <TotalTime>277</TotalTime>
  <Words>210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Schoolbook</vt:lpstr>
      <vt:lpstr>Corbel</vt:lpstr>
      <vt:lpstr>Urdu Typesetting</vt:lpstr>
      <vt:lpstr>Headlines</vt:lpstr>
      <vt:lpstr>لیسه عالی خصوصی صباح</vt:lpstr>
      <vt:lpstr>انقسام حجروی</vt:lpstr>
      <vt:lpstr>انقسام مستقیم    </vt:lpstr>
      <vt:lpstr>انقسام غیر مستفیم</vt:lpstr>
      <vt:lpstr>مراحل عملیه میتوسیس</vt:lpstr>
      <vt:lpstr>کار خانگی ۱-نوشتن درس ۲-خواندن درس ۳-حلا سوالات داده شده ۴-اماده گی به درس جدید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لیسه عالی خصوصی صباح</dc:title>
  <dc:creator>Saif Ur Rahman Quraishi</dc:creator>
  <cp:lastModifiedBy>Saif Ur Rahman Quraishi</cp:lastModifiedBy>
  <cp:revision>5</cp:revision>
  <dcterms:created xsi:type="dcterms:W3CDTF">2023-05-17T00:46:51Z</dcterms:created>
  <dcterms:modified xsi:type="dcterms:W3CDTF">2023-05-18T06:40:03Z</dcterms:modified>
</cp:coreProperties>
</file>